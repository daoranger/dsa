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Searching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Exponential Search and Interpolation Search</a:t>
            </a:r>
          </a:p>
          <a:p>
            <a:r>
              <a:t>Extensions beyond Binary Search</a:t>
            </a:r>
          </a:p>
          <a:p>
            <a:r>
              <a:t>Focus: intuition, performance,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Exponential Search –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sorted arrays with unknown size</a:t>
            </a:r>
          </a:p>
          <a:p>
            <a:r>
              <a:t>Find range by doubling index</a:t>
            </a:r>
          </a:p>
          <a:p>
            <a:r>
              <a:t>Then apply binary 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Exponential Search –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element at index 1</a:t>
            </a:r>
          </a:p>
          <a:p>
            <a:r>
              <a:t>Double index: 2, 4, 8, 16...</a:t>
            </a:r>
          </a:p>
          <a:p>
            <a:r>
              <a:t>Stop when element ≥ key</a:t>
            </a:r>
          </a:p>
          <a:p>
            <a:r>
              <a:t>Run binary search in range [i/2, i]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Exponential Search –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Range finding: O(log n)</a:t>
            </a:r>
          </a:p>
          <a:p>
            <a:r>
              <a:t>Binary search: O(log n)</a:t>
            </a:r>
          </a:p>
          <a:p>
            <a:r>
              <a:t>Total: O(log 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Exponential Search – When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large or unbounded arrays</a:t>
            </a:r>
          </a:p>
          <a:p>
            <a:r>
              <a:t>Streaming or unknown-size datasets</a:t>
            </a:r>
          </a:p>
          <a:p>
            <a:r>
              <a:t>Efficient boundary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Interpolation Search –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Estimate position based on value</a:t>
            </a:r>
          </a:p>
          <a:p>
            <a:r>
              <a:t>Works on sorted, uniformly distributed data</a:t>
            </a:r>
          </a:p>
          <a:p>
            <a:r>
              <a:t>Improves over binary search in ideal cases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Interpolation Search –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 = low + (key - a[low]) * (high - low) / (a[high] - a[low])</a:t>
            </a:r>
          </a:p>
          <a:p>
            <a:r>
              <a:t>Based on linear interpolation</a:t>
            </a:r>
          </a:p>
          <a:p>
            <a:r>
              <a:t>Guesses likely position of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Interpolation Search – Intuition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 search splits in middle</a:t>
            </a:r>
          </a:p>
          <a:p>
            <a:r>
              <a:t>Interpolation jumps closer to expected value</a:t>
            </a:r>
          </a:p>
          <a:p>
            <a:r>
              <a:t>Better when data is evenly spaced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Interpolation Search –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Best: O(1)</a:t>
            </a:r>
          </a:p>
          <a:p>
            <a:r>
              <a:t>Average (uniform): O(log log n)</a:t>
            </a:r>
          </a:p>
          <a:p>
            <a:r>
              <a:t>Worst: O(n)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Interpolation Search –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Fails with skewed distributions</a:t>
            </a:r>
          </a:p>
          <a:p>
            <a:r>
              <a:t>Division by zero edge case</a:t>
            </a:r>
          </a:p>
          <a:p>
            <a:r>
              <a:t>Performance can degrade badly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Binary: O(log n), stable</a:t>
            </a:r>
          </a:p>
          <a:p>
            <a:r>
              <a:t>Exponential: O(log n), unknown size</a:t>
            </a:r>
          </a:p>
          <a:p>
            <a:r>
              <a:t>Interpolation: O(log log n) avg, risky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Exponential search = find range + binary search</a:t>
            </a:r>
          </a:p>
          <a:p>
            <a:r>
              <a:t>Interpolation search = value-based guessing</a:t>
            </a:r>
          </a:p>
          <a:p>
            <a:r>
              <a:t>Choice depends on data distribution and size knowledge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