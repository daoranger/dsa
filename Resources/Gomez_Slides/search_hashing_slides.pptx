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CMPE180A –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Searching and Hashing in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Fast lookup</a:t>
            </a:r>
          </a:p>
          <a:p>
            <a:r>
              <a:t>Used in DBs, OS, AI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O(n) search</a:t>
            </a:r>
          </a:p>
          <a:p>
            <a:r>
              <a:t>Works on unsorted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O(log n)</a:t>
            </a:r>
          </a:p>
          <a:p>
            <a:r>
              <a:t>Requires sorted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vs Recursive</a:t>
            </a:r>
          </a:p>
          <a:p>
            <a:r>
              <a:t>Overflow-safe mid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Interpolation: O(log log n)</a:t>
            </a:r>
          </a:p>
          <a:p>
            <a:r>
              <a:t>Exponential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Hashing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key → index</a:t>
            </a:r>
          </a:p>
          <a:p>
            <a:r>
              <a:t>Goal: O(1) average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 of buckets</a:t>
            </a:r>
          </a:p>
          <a:p>
            <a:r>
              <a:t>Insert, Search, Delete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Deterministic, uniform, fast</a:t>
            </a:r>
          </a:p>
          <a:p>
            <a:r>
              <a:t>Example: key %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keys map to same index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Linked list per bucket</a:t>
            </a:r>
          </a:p>
          <a:p>
            <a:r>
              <a:t>Simple but memory heavy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in table</a:t>
            </a:r>
          </a:p>
          <a:p>
            <a:r>
              <a:t>Use probing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Clustering issue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Quadratic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clustering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distribution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α = n/m</a:t>
            </a:r>
          </a:p>
          <a:p>
            <a:r>
              <a:t>Keep ≤ 0.7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Resize and reinsert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unordered_map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O(1) average</a:t>
            </a:r>
          </a:p>
          <a:p>
            <a:r>
              <a:t>Hash 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O(log n)</a:t>
            </a:r>
          </a:p>
          <a:p>
            <a:r>
              <a:t>Red-Black Tree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O(n)</a:t>
            </a:r>
          </a:p>
          <a:p>
            <a:r>
              <a:t>Binary O(log n)</a:t>
            </a:r>
          </a:p>
          <a:p>
            <a:r>
              <a:t>Hash O(1)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Depends on ordering, size, speed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Clustering, high load, deletion issues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does hashing fail?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O(n) → O(log n) → O(1)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