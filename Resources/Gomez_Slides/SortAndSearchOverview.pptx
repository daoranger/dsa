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3" r:id="rId1"/>
  </p:sldMasterIdLst>
  <p:handoutMasterIdLst>
    <p:handoutMasterId r:id="rId25"/>
  </p:handoutMasterIdLst>
  <p:sldIdLst>
    <p:sldId id="258" r:id="rId2"/>
    <p:sldId id="259" r:id="rId3"/>
    <p:sldId id="341" r:id="rId4"/>
    <p:sldId id="326" r:id="rId5"/>
    <p:sldId id="327" r:id="rId6"/>
    <p:sldId id="342" r:id="rId7"/>
    <p:sldId id="343" r:id="rId8"/>
    <p:sldId id="346" r:id="rId9"/>
    <p:sldId id="344" r:id="rId10"/>
    <p:sldId id="328" r:id="rId11"/>
    <p:sldId id="348" r:id="rId12"/>
    <p:sldId id="329" r:id="rId13"/>
    <p:sldId id="345" r:id="rId14"/>
    <p:sldId id="347" r:id="rId15"/>
    <p:sldId id="330" r:id="rId16"/>
    <p:sldId id="351" r:id="rId17"/>
    <p:sldId id="349" r:id="rId18"/>
    <p:sldId id="350" r:id="rId19"/>
    <p:sldId id="352" r:id="rId20"/>
    <p:sldId id="353" r:id="rId21"/>
    <p:sldId id="354" r:id="rId22"/>
    <p:sldId id="331" r:id="rId23"/>
    <p:sldId id="332" r:id="rId24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254" autoAdjust="0"/>
    <p:restoredTop sz="94630"/>
  </p:normalViewPr>
  <p:slideViewPr>
    <p:cSldViewPr>
      <p:cViewPr varScale="1">
        <p:scale>
          <a:sx n="142" d="100"/>
          <a:sy n="142" d="100"/>
        </p:scale>
        <p:origin x="36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1" d="100"/>
          <a:sy n="41" d="100"/>
        </p:scale>
        <p:origin x="-2148" y="-114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5CAD18C-DF40-43AC-9330-CF7C7BED2AC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18E8628-4FD2-493D-9B24-A7CF60AC42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41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38" name="Picture 3" descr="Extension 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486400"/>
            <a:ext cx="2743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9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3D8FC0C-FBF3-43B5-A0AE-913169B9E19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0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C09872-4887-4B98-A6B9-FA26B04168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807012-8B86-49CF-9E74-086AE8F8F49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1722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8FED5E6-1A05-4999-BEBA-4BED8EC87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57E6A-D715-4286-8CCF-1DCF77FC7FC9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70F69-C963-4181-BADE-5AFE7DFC66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84D18-80F0-43AC-8C28-6663615A91A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9F342-98F1-43C3-8463-56EC16B31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80D5D-7E07-4547-B279-CB6432FEB86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05507-FEC1-4224-BAF7-C5071B4FFF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7DDB0-9499-4B18-BF00-E33254871B0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EA140F-D22F-416E-884D-544A76F091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77D5A4-B138-40F2-B2B8-4A972BC870D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8FD42-3869-4F78-9C8E-904E79075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EC93C-396F-4A7C-BE82-4DD9D95A9DD5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FD0FB-1EE8-40CC-AE1E-758399E29B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BD528-E9D1-4D58-86F3-3663C9C7118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31DECB-DB32-4084-9128-6F889F9C53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1614A0-5E72-47B9-ACBF-9ABA9F93B3A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221FE-A17F-4E4B-875F-6A7838F9DB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C55B37-1B31-4F22-B489-9CABDFB03DA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71697-9BC9-4BE1-9D88-C29E2F6696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fld id="{EF16F884-BA9B-452E-AAE8-0508E1DD813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185C6E70-DE8F-4C46-8435-E091A8A7F4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072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033" name="Picture 3" descr="Extension Logo.JP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04800" y="6257925"/>
            <a:ext cx="2743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i="1" u="sng" dirty="0"/>
              <a:t>Mastering Data Structures and Algorithms: A Practical Approach</a:t>
            </a:r>
            <a:r>
              <a:rPr lang="en-US" sz="3600" b="0" dirty="0">
                <a:cs typeface="Arial" charset="0"/>
              </a:rPr>
              <a:t> 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Sorting and Searching</a:t>
            </a:r>
            <a:endParaRPr lang="en-US" b="1" dirty="0">
              <a:latin typeface="Tw Cen MT" pitchFamily="34" charset="0"/>
              <a:cs typeface="Arial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5800" y="4648200"/>
            <a:ext cx="8153400" cy="685800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0" hangingPunct="0"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By Dr. Juan C. Gomez</a:t>
            </a:r>
            <a:r>
              <a:rPr lang="en-US" dirty="0"/>
              <a:t> </a:t>
            </a:r>
          </a:p>
          <a:p>
            <a:pPr eaLnBrk="0" hangingPunct="0">
              <a:defRPr/>
            </a:pPr>
            <a:r>
              <a:rPr lang="en-US" sz="1400" b="1" dirty="0"/>
              <a:t>Fall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500" dirty="0"/>
              <a:t>Common Sorting Algorithms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Bubble Sort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Selection Sort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Insertion Sort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Shell Sort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Merge Sort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Quick Sort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Heap Sort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Linear Sort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Bucket Sort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Radix Sort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500" dirty="0"/>
              <a:t>External Sorting</a:t>
            </a:r>
          </a:p>
          <a:p>
            <a:pPr>
              <a:lnSpc>
                <a:spcPct val="80000"/>
              </a:lnSpc>
            </a:pPr>
            <a:r>
              <a:rPr lang="en-US" sz="2500" dirty="0"/>
              <a:t>Searching Algorithms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Binary Search</a:t>
            </a:r>
          </a:p>
          <a:p>
            <a:pPr>
              <a:lnSpc>
                <a:spcPct val="80000"/>
              </a:lnSpc>
            </a:pPr>
            <a:r>
              <a:rPr lang="en-US" sz="2500" dirty="0"/>
              <a:t>Sample Problems</a:t>
            </a:r>
          </a:p>
        </p:txBody>
      </p:sp>
    </p:spTree>
    <p:extLst>
      <p:ext uri="{BB962C8B-B14F-4D97-AF65-F5344CB8AC3E}">
        <p14:creationId xmlns:p14="http://schemas.microsoft.com/office/powerpoint/2010/main" val="3425528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BDDDC365-BFC7-4F4F-9389-BB9755D0C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281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50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6487BF-0B0E-4B8A-B6B1-E917A8A7C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05000"/>
            <a:ext cx="8229600" cy="297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62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D4096F-C6B1-47C5-B016-B80017CF4B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730" y="2362200"/>
            <a:ext cx="7220270" cy="282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89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C48CFF-85DF-4C15-A9D6-9485E9DFA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112" y="1752600"/>
            <a:ext cx="7805775" cy="441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8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Sort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D6F74F-6840-458A-9D02-FC88FBB12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6400"/>
            <a:ext cx="82296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41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Sort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613867-FE24-4CE8-AA83-7BA02F809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512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06CC2A-7A85-4261-B892-600904066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277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57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C06366-D078-4545-B6F8-F3D384563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600200"/>
            <a:ext cx="5740801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41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7A7685-BB08-415C-A1B9-A7F67804C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14500"/>
            <a:ext cx="82296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16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A053BA-5B4D-4F48-8D5C-7A3BF95AD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81200"/>
            <a:ext cx="82296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07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28A005-EAB7-44BE-B7BC-3AA07F81E8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921930"/>
            <a:ext cx="3282669" cy="24045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C93319-53B4-4743-9094-DC4051F1B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3433727"/>
            <a:ext cx="3817245" cy="250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70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 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026BFF-0926-41B7-9874-B93B6CD21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33600"/>
            <a:ext cx="82296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21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787E76-601A-46F8-9917-8960798B03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05000"/>
            <a:ext cx="82296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44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A76AB2-A894-4856-9AB7-4EBA21397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6400"/>
            <a:ext cx="8229600" cy="365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013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8FA782-B46D-4CDF-8C3A-0CB700E8E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1" y="1752600"/>
            <a:ext cx="4970818" cy="441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51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8AF4CC-B360-49AB-B1A7-56897A2C7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388762"/>
            <a:ext cx="6096000" cy="455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896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A1E22B-CCB8-411E-94E3-10DF4DBF4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417638"/>
            <a:ext cx="6096000" cy="474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9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External </a:t>
            </a:r>
            <a:r>
              <a:rPr lang="en-US" dirty="0"/>
              <a:t>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7214E3-DB86-4470-B49C-10DCFE8F3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7630375" cy="441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08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Search: Iterative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4C6499-FAA7-4636-9976-DF6542BA5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1752600"/>
            <a:ext cx="5807113" cy="441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05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Search: Recursive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6FF328-8AAD-4790-9EA7-99ED2ADD1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6400"/>
            <a:ext cx="82296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8623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UCSC-X419-Chapt1</Template>
  <TotalTime>459</TotalTime>
  <Words>98</Words>
  <Application>Microsoft Office PowerPoint</Application>
  <PresentationFormat>On-screen Show (4:3)</PresentationFormat>
  <Paragraphs>41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Tw Cen MT</vt:lpstr>
      <vt:lpstr>Wingdings</vt:lpstr>
      <vt:lpstr>Network</vt:lpstr>
      <vt:lpstr>Mastering Data Structures and Algorithms: A Practical Approach </vt:lpstr>
      <vt:lpstr>Overview</vt:lpstr>
      <vt:lpstr>Overview</vt:lpstr>
      <vt:lpstr>Bubble Sort</vt:lpstr>
      <vt:lpstr>Selection Sort</vt:lpstr>
      <vt:lpstr>Insertion Sort</vt:lpstr>
      <vt:lpstr>Shell Sort</vt:lpstr>
      <vt:lpstr>Shell Sort</vt:lpstr>
      <vt:lpstr>Shell Sort</vt:lpstr>
      <vt:lpstr>Merge Sort</vt:lpstr>
      <vt:lpstr>Merge Sort</vt:lpstr>
      <vt:lpstr>Quick Sort</vt:lpstr>
      <vt:lpstr>Heap Sort</vt:lpstr>
      <vt:lpstr>Heap Sort</vt:lpstr>
      <vt:lpstr>Bucket Sort</vt:lpstr>
      <vt:lpstr>Radix Sort</vt:lpstr>
      <vt:lpstr>Radix Sort</vt:lpstr>
      <vt:lpstr>Radix Sort</vt:lpstr>
      <vt:lpstr>Radix Sort</vt:lpstr>
      <vt:lpstr>Radix Sort</vt:lpstr>
      <vt:lpstr>External Sort</vt:lpstr>
      <vt:lpstr>Binary Search: Iterative</vt:lpstr>
      <vt:lpstr>Binary Search: Recursive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Data Structures and Algorithms: A Practical Approach </dc:title>
  <dc:creator>j_carlos_gomez@yahoo.com</dc:creator>
  <cp:lastModifiedBy>Juan Gomez</cp:lastModifiedBy>
  <cp:revision>30</cp:revision>
  <dcterms:created xsi:type="dcterms:W3CDTF">2018-06-15T04:50:19Z</dcterms:created>
  <dcterms:modified xsi:type="dcterms:W3CDTF">2018-11-13T16:48:43Z</dcterms:modified>
</cp:coreProperties>
</file>