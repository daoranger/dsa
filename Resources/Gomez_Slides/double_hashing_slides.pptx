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Double Hashing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 Addressing Technique</a:t>
            </a:r>
          </a:p>
          <a:p>
            <a:r>
              <a:t>Uses two hash functions</a:t>
            </a:r>
          </a:p>
          <a:p>
            <a:r>
              <a:t>Reduces clustering significantly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Formula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index = (h1(k) + i * h2(k)) mod m</a:t>
            </a:r>
          </a:p>
          <a:p>
            <a:r>
              <a:t>h1 → initial index</a:t>
            </a:r>
          </a:p>
          <a:p>
            <a:r>
              <a:t>h2 → step size</a:t>
            </a:r>
          </a:p>
          <a:p>
            <a:r>
              <a:t>i → probe number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Each key follows a unique probe sequence</a:t>
            </a:r>
          </a:p>
          <a:p>
            <a:r>
              <a:t>Avoids clustering seen in linear probing</a:t>
            </a:r>
          </a:p>
          <a:p>
            <a:r>
              <a:t>Improves distribution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 = 11</a:t>
            </a:r>
          </a:p>
          <a:p>
            <a:r>
              <a:t>h1(k) = k % 11</a:t>
            </a:r>
          </a:p>
          <a:p>
            <a:r>
              <a:t>h2(k) = 7 - (k % 7)</a:t>
            </a:r>
          </a:p>
          <a:p>
            <a:r>
              <a:t>Insert 18 → sequence spreads across table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 size depends on key</a:t>
            </a:r>
          </a:p>
          <a:p>
            <a:r>
              <a:t>Different keys → different paths</a:t>
            </a:r>
          </a:p>
          <a:p>
            <a:r>
              <a:t>Reduces primary and secondary clustering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Requirements for h2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Must not be zero</a:t>
            </a:r>
          </a:p>
          <a:p>
            <a:r>
              <a:t>Must be relatively prime to table size</a:t>
            </a:r>
          </a:p>
          <a:p>
            <a:r>
              <a:t>Ensures full table coverage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h1(k) = k % m</a:t>
            </a:r>
          </a:p>
          <a:p>
            <a:r>
              <a:t>h2(k) = R - (k % R)</a:t>
            </a:r>
          </a:p>
          <a:p>
            <a:r>
              <a:t>R is prime &lt; 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Average: O(1)</a:t>
            </a:r>
          </a:p>
          <a:p>
            <a:r>
              <a:t>Worst: O(n)</a:t>
            </a:r>
          </a:p>
          <a:p>
            <a:r>
              <a:t>Depends on load factor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Factor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α = n/m</a:t>
            </a:r>
          </a:p>
          <a:p>
            <a:r>
              <a:t>Keep α ≤ 0.7</a:t>
            </a:r>
          </a:p>
          <a:p>
            <a:r>
              <a:t>Higher α → more probes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Deletion Issue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Cannot remove element directly</a:t>
            </a:r>
          </a:p>
          <a:p>
            <a:r>
              <a:t>Use DELETED marker</a:t>
            </a:r>
          </a:p>
          <a:p>
            <a:r>
              <a:t>Preserves probe chains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Linear probing → high clustering</a:t>
            </a:r>
          </a:p>
          <a:p>
            <a:r>
              <a:t>Quadratic probing → medium clustering</a:t>
            </a:r>
          </a:p>
          <a:p>
            <a:r>
              <a:t>Double hashing → lowest clustering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Best open addressing method</a:t>
            </a:r>
          </a:p>
          <a:p>
            <a:r>
              <a:t>Avoids clustering effectively</a:t>
            </a:r>
          </a:p>
          <a:p>
            <a:r>
              <a:t>Requires careful hash design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