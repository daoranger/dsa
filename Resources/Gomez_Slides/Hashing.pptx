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3" r:id="rId1"/>
  </p:sldMasterIdLst>
  <p:handoutMasterIdLst>
    <p:handoutMasterId r:id="rId9"/>
  </p:handoutMasterIdLst>
  <p:sldIdLst>
    <p:sldId id="258" r:id="rId2"/>
    <p:sldId id="326" r:id="rId3"/>
    <p:sldId id="336" r:id="rId4"/>
    <p:sldId id="341" r:id="rId5"/>
    <p:sldId id="369" r:id="rId6"/>
    <p:sldId id="340" r:id="rId7"/>
    <p:sldId id="337" r:id="rId8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54" autoAdjust="0"/>
    <p:restoredTop sz="94630"/>
  </p:normalViewPr>
  <p:slideViewPr>
    <p:cSldViewPr>
      <p:cViewPr varScale="1">
        <p:scale>
          <a:sx n="142" d="100"/>
          <a:sy n="142" d="100"/>
        </p:scale>
        <p:origin x="36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2148" y="-11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5CAD18C-DF40-43AC-9330-CF7C7BED2AC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8E8628-4FD2-493D-9B24-A7CF60AC4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4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8" name="Picture 3" descr="Extension 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D8FC0C-FBF3-43B5-A0AE-913169B9E19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0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C09872-4887-4B98-A6B9-FA26B0416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807012-8B86-49CF-9E74-086AE8F8F49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FED5E6-1A05-4999-BEBA-4BED8EC87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57E6A-D715-4286-8CCF-1DCF77FC7FC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70F69-C963-4181-BADE-5AFE7DFC6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84D18-80F0-43AC-8C28-6663615A91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9F342-98F1-43C3-8463-56EC16B31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80D5D-7E07-4547-B279-CB6432FEB86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05507-FEC1-4224-BAF7-C5071B4FF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7DDB0-9499-4B18-BF00-E33254871B0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A140F-D22F-416E-884D-544A76F09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7D5A4-B138-40F2-B2B8-4A972BC870D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8FD42-3869-4F78-9C8E-904E79075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EC93C-396F-4A7C-BE82-4DD9D95A9DD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FD0FB-1EE8-40CC-AE1E-758399E29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BD528-E9D1-4D58-86F3-3663C9C7118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1DECB-DB32-4084-9128-6F889F9C5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614A0-5E72-47B9-ACBF-9ABA9F93B3A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221FE-A17F-4E4B-875F-6A7838F9DB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55B37-1B31-4F22-B489-9CABDFB03D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71697-9BC9-4BE1-9D88-C29E2F6696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EF16F884-BA9B-452E-AAE8-0508E1DD813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185C6E70-DE8F-4C46-8435-E091A8A7F4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07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033" name="Picture 3" descr="Extension Logo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6257925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i="1" u="sng" dirty="0"/>
              <a:t>Mastering Data Structures and Algorithms: A Practical Approach</a:t>
            </a:r>
            <a:r>
              <a:rPr lang="en-US" sz="3600" b="0" dirty="0">
                <a:cs typeface="Arial" charset="0"/>
              </a:rPr>
              <a:t> 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Priority Queues, Hashing</a:t>
            </a:r>
            <a:endParaRPr lang="en-US" b="1" dirty="0">
              <a:latin typeface="Tw Cen MT" pitchFamily="34" charset="0"/>
              <a:cs typeface="Arial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5800" y="4648200"/>
            <a:ext cx="81534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0" hangingPunct="0"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By Dr. Juan C. Gomez</a:t>
            </a:r>
            <a:r>
              <a:rPr lang="en-US" dirty="0"/>
              <a:t> </a:t>
            </a:r>
          </a:p>
          <a:p>
            <a:pPr eaLnBrk="0" hangingPunct="0">
              <a:defRPr/>
            </a:pPr>
            <a:r>
              <a:rPr lang="en-US" sz="1400" b="1" dirty="0"/>
              <a:t>Fall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Hashing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Hash Function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Rehashing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Universal Hashing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Extendible Hashing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427339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Hashing: Hash Function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2C3D23A9-A5CD-4D11-9638-C2BEA7BC9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432" y="2209800"/>
            <a:ext cx="5742913" cy="299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7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Hashing: Hash Function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7C6A47A3-6409-4812-8A64-C42D78DC2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612" y="2362200"/>
            <a:ext cx="5797049" cy="228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6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Hashing: Hash Function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F452E4-88E4-45B1-9CD0-A134DF9CE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523999"/>
            <a:ext cx="5562600" cy="445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2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Hashing: Rehashing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When: </a:t>
            </a:r>
          </a:p>
          <a:p>
            <a:pPr lvl="1"/>
            <a:r>
              <a:rPr lang="en-US" dirty="0"/>
              <a:t>load factor is too large. N/</a:t>
            </a:r>
            <a:r>
              <a:rPr lang="en-US" dirty="0" err="1"/>
              <a:t>TableSize</a:t>
            </a:r>
            <a:endParaRPr lang="en-US" dirty="0"/>
          </a:p>
          <a:p>
            <a:pPr lvl="1"/>
            <a:r>
              <a:rPr lang="en-US" dirty="0"/>
              <a:t>insertion fails to find spot for new entry.</a:t>
            </a:r>
          </a:p>
          <a:p>
            <a:r>
              <a:rPr lang="en-US" dirty="0"/>
              <a:t>How:</a:t>
            </a:r>
          </a:p>
          <a:p>
            <a:pPr lvl="1"/>
            <a:r>
              <a:rPr lang="en-US" dirty="0"/>
              <a:t>Double size and reinsert N entries as they will map to different spaces.</a:t>
            </a:r>
          </a:p>
          <a:p>
            <a:r>
              <a:rPr lang="en-US" dirty="0"/>
              <a:t>Cost:</a:t>
            </a:r>
          </a:p>
          <a:p>
            <a:pPr lvl="1"/>
            <a:r>
              <a:rPr lang="en-US" dirty="0"/>
              <a:t>Amortized: only needed when there are O(N) entries and takes O(N) so add constant time only.</a:t>
            </a:r>
          </a:p>
        </p:txBody>
      </p:sp>
    </p:spTree>
    <p:extLst>
      <p:ext uri="{BB962C8B-B14F-4D97-AF65-F5344CB8AC3E}">
        <p14:creationId xmlns:p14="http://schemas.microsoft.com/office/powerpoint/2010/main" val="259734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Hashing: Examples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382000" cy="4495800"/>
          </a:xfrm>
        </p:spPr>
        <p:txBody>
          <a:bodyPr/>
          <a:lstStyle/>
          <a:p>
            <a:r>
              <a:rPr lang="en-US" dirty="0"/>
              <a:t>Find whether an array is subset of another array</a:t>
            </a:r>
          </a:p>
          <a:p>
            <a:r>
              <a:rPr lang="en-US" dirty="0"/>
              <a:t>Union and Intersection of two Linked Lists</a:t>
            </a:r>
          </a:p>
          <a:p>
            <a:r>
              <a:rPr lang="en-US" dirty="0"/>
              <a:t>Given an array A[] and a number x, check for pair in A[] with sum as x</a:t>
            </a:r>
          </a:p>
          <a:p>
            <a:r>
              <a:rPr lang="en-US" dirty="0"/>
              <a:t>Find four elements a, b, c and d in an array such that </a:t>
            </a:r>
            <a:r>
              <a:rPr lang="en-US" dirty="0" err="1"/>
              <a:t>a+b</a:t>
            </a:r>
            <a:r>
              <a:rPr lang="en-US" dirty="0"/>
              <a:t> = </a:t>
            </a:r>
            <a:r>
              <a:rPr lang="en-US" dirty="0" err="1"/>
              <a:t>c+d</a:t>
            </a:r>
            <a:endParaRPr lang="en-US" dirty="0"/>
          </a:p>
          <a:p>
            <a:r>
              <a:rPr lang="en-US" dirty="0"/>
              <a:t>Count distinct elements in every window of size 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445343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UCSC-X419-Chapt1</Template>
  <TotalTime>338</TotalTime>
  <Words>179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Tw Cen MT</vt:lpstr>
      <vt:lpstr>Wingdings</vt:lpstr>
      <vt:lpstr>Network</vt:lpstr>
      <vt:lpstr>Mastering Data Structures and Algorithms: A Practical Approach </vt:lpstr>
      <vt:lpstr>Overview</vt:lpstr>
      <vt:lpstr>Hashing: Hash Function</vt:lpstr>
      <vt:lpstr>Hashing: Hash Function</vt:lpstr>
      <vt:lpstr>Hashing: Hash Function</vt:lpstr>
      <vt:lpstr>Hashing: Rehashing</vt:lpstr>
      <vt:lpstr>Hashing: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Data Structures and Algorithms: A Practical Approach </dc:title>
  <dc:creator>j_carlos_gomez@yahoo.com</dc:creator>
  <cp:lastModifiedBy>Juan Gomez</cp:lastModifiedBy>
  <cp:revision>53</cp:revision>
  <dcterms:created xsi:type="dcterms:W3CDTF">2018-06-15T04:50:19Z</dcterms:created>
  <dcterms:modified xsi:type="dcterms:W3CDTF">2018-11-13T16:44:25Z</dcterms:modified>
</cp:coreProperties>
</file>